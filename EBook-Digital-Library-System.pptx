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81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EBook - Digital Library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55877"/>
            <a:ext cx="7039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Modern Web Application with Clean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8503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Your Name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684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Demo, May 2024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969" y="406122"/>
            <a:ext cx="3750231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Vision &amp; Goal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16969" y="1222058"/>
            <a:ext cx="7315914" cy="4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vision is to create a comprehensive digital library platform that seamlessly connects booksellers (libraries) and readers worldwide.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6969" y="1860828"/>
            <a:ext cx="7315914" cy="1161574"/>
          </a:xfrm>
          <a:prstGeom prst="roundRect">
            <a:avLst>
              <a:gd name="adj" fmla="val 305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227" y="2016085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Objective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2227" y="2394466"/>
            <a:ext cx="7005399" cy="4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an intuitive, scalable, and secure system for managing, selling, and lending both digital and physical books.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787" y="1255276"/>
            <a:ext cx="5920145" cy="5920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969" y="7562969"/>
            <a:ext cx="2215634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Audience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16969" y="8209002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16969" y="8587383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Libraries, publishing houses, and booksellers seeking an efficient management solution.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2962" y="8209002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02962" y="8587383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Readers, students, and educational institutions looking for diverse content and easy access.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8006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 For Customers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offers a rich set of functionalities designed to enhance the reading experience and streamline access to books.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 Access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Effortlessly log in or create a new account to manage your profile.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books quickly with powerful search capabilities and filters.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892981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Options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2338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purchase electronic (PDF) or physical book copies.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Lending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75417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 digital books for a limited duration, perfect for casual reading.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5413296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893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 Dashboard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5235893" y="675417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all your orders, borrowed items, and activity in one centralized place.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069"/>
            <a:ext cx="72962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 For Vendors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4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empower libraries and publishers with robust tools to manage their inventory, sales, and user interactions efficiently.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152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561993"/>
            <a:ext cx="32556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Registration &amp; Approval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05241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system for vendors to register and gain manager approval.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71152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 Management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05241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control panel to add, edit, and delete book entries.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082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Detailed Reporting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57272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in-depth reports on sales and lending activities for informed decisions.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231844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082308"/>
            <a:ext cx="34898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&amp; Finance Tracking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57272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customer orders and monitor financial performance seamlessly.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613" y="557570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Journey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613" y="1596747"/>
            <a:ext cx="13211175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a fluid and intuitive path from discovery to enjoying your chosen books.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9613" y="2149078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9613" y="2470666"/>
            <a:ext cx="650414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09613" y="2617708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 / Login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09613" y="3056096"/>
            <a:ext cx="6504146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by creating a new account or logging into your existing profile.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6522" y="2149078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6522" y="2470666"/>
            <a:ext cx="650426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16522" y="2617708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&amp; Discover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6522" y="3056096"/>
            <a:ext cx="6504265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our vast collection using advanced search and browsing tools.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9613" y="4059555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9613" y="4381143"/>
            <a:ext cx="650414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709613" y="4528185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 or Borrow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9613" y="4966573"/>
            <a:ext cx="6504146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selected books to your cart, choosing between purchase or digital borrowing.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6522" y="4059555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6522" y="4381143"/>
            <a:ext cx="650426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416522" y="4528185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Checkout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6522" y="4966573"/>
            <a:ext cx="6504265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your transaction securely through our integrated payment process.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9613" y="5970032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09613" y="6291620"/>
            <a:ext cx="650414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09613" y="6438662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09613" y="6877050"/>
            <a:ext cx="6504146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download your eBook or track the shipment of your physical copy.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16522" y="5970032"/>
            <a:ext cx="20276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16522" y="6291620"/>
            <a:ext cx="650426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416522" y="6438662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416522" y="6877050"/>
            <a:ext cx="6504265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your requests, borrowed items, and track order statuses from your personalized dashboard.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914" y="567333"/>
            <a:ext cx="7852172" cy="115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Deep Dive: The Architecture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5914" y="1997393"/>
            <a:ext cx="785217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digital library system is meticulously engineered using a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Architecture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approach, ensuring a robust, flexible, and future-proof foundation.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5914" y="2864763"/>
            <a:ext cx="3381970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Clean Architecture?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645914" y="3487579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3054" y="3487579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921901" y="3694986"/>
            <a:ext cx="266604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Separation of Concerns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1901" y="4094083"/>
            <a:ext cx="335041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component has a single, well-defined responsibility, preventing tangled codebases.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64273" y="3487579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1413" y="3487579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4940260" y="3694986"/>
            <a:ext cx="2853333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Maintainability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40260" y="4094083"/>
            <a:ext cx="335041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Modifications in one part of the system have minimal impact on others, simplifying updates and bug fixes.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5914" y="5667137"/>
            <a:ext cx="3833812" cy="19950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054" y="5667137"/>
            <a:ext cx="91440" cy="1995011"/>
          </a:xfrm>
          <a:prstGeom prst="roundRect">
            <a:avLst>
              <a:gd name="adj" fmla="val 84771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921901" y="5874544"/>
            <a:ext cx="230695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Testability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1901" y="6273641"/>
            <a:ext cx="335041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can be tested independently of external dependencies like databases or UI, ensuring high quality.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495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240"/>
            <a:ext cx="7656909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Three-Layer Architecture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29945" y="2230636"/>
            <a:ext cx="76569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principle of Clean Architecture is the Dependency Rule: all dependencies point inwards.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45" y="3149203"/>
            <a:ext cx="7656909" cy="35041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38652" y="3593330"/>
            <a:ext cx="1693778" cy="21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Digital-Library.Web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838652" y="3865276"/>
            <a:ext cx="1866920" cy="33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UI, controllers, request handling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11037" y="4533377"/>
            <a:ext cx="1716361" cy="6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Digital-Library.Infrastructure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11037" y="5228766"/>
            <a:ext cx="1716361" cy="33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access, external services, adapters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838652" y="5339803"/>
            <a:ext cx="1693778" cy="21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Digital-Library.Core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38652" y="5611749"/>
            <a:ext cx="1866920" cy="33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and domain models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29945" y="6892290"/>
            <a:ext cx="765690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Rule: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Outer layers know about inner layers, but inner layers remain completely unaware of the outside world. This crucial rule promotes isolation and flexibility.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4687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Core &amp; Infrastructure Layers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32373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1: The Core (Digital-Library.Core)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289685"/>
            <a:ext cx="6780014" cy="67800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835" y="819721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heart of the application, containing the foundational business rules and entities.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6835" y="84920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8782526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Fundamental entities like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6835" y="9011245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Enumerations such as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VendorStatus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9239964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(Contracts):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expected behaviors for services (e.g.,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IAuthService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IEmailSender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6835" y="9556552"/>
            <a:ext cx="6780014" cy="663297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3" y="9720977"/>
            <a:ext cx="141684" cy="1133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215" y="9698236"/>
            <a:ext cx="629828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Feature: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layer has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external dependencies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independent of specific databases or UI technologies.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461171" y="949523"/>
            <a:ext cx="479357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2: The Infrastructure (Digital-Library.Infrastructure)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1289685"/>
            <a:ext cx="6780014" cy="67800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61171" y="819721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Implements technical details and handles interactions with external services and data storage.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7461171" y="84920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61171" y="878252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DbContext: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Connects to the database using Entity Framework Core.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461171" y="9003625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 concrete implementations of interfaces defined in the Core, like an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EmailSender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461171" y="9320213"/>
            <a:ext cx="6780014" cy="663297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518" y="9484638"/>
            <a:ext cx="141684" cy="1133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29550" y="9461897"/>
            <a:ext cx="629828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Feature: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Technical details are isolated here. Changing databases or external services only requires modifying this layer.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8362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Web Layer &amp; 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324111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 3: The Web (Digital-Library.Web)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289685"/>
            <a:ext cx="6780014" cy="67800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835" y="819721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presentation layer, responsible for user interaction and displaying information.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6835" y="84920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878252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 user requests and orchestrate calls to business services (kept "thin").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6835" y="900362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Dynamic HTML pages powered by Razor and styled with Tailwind CSS.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922472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ViewModels: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Interface-specific models ensuring security and data separation.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6835" y="944582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Program.cs: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application's entry point, stitching all layers together using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Injection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61171" y="949523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61171" y="127551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modern, robust technologies to build a high-performance and scalable application.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825" y="1670328"/>
            <a:ext cx="566976" cy="45362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527" y="1670328"/>
            <a:ext cx="566976" cy="453628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228" y="1670328"/>
            <a:ext cx="566976" cy="45362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929" y="1670328"/>
            <a:ext cx="566976" cy="45362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630" y="1670328"/>
            <a:ext cx="566976" cy="453628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5332" y="1670328"/>
            <a:ext cx="566976" cy="45362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3033" y="1670328"/>
            <a:ext cx="566976" cy="453628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40734" y="1670328"/>
            <a:ext cx="566976" cy="453628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98435" y="1670328"/>
            <a:ext cx="566976" cy="45362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7461171" y="223527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ASP.NET Core 8, C#, Entity Framework Core, ASP.NET Core Identity.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7461171" y="245637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HTML5, Tailwind CSS, JavaScript, jQuery, Chart.js.</a:t>
            </a:r>
            <a:endParaRPr lang="en-US" sz="850" dirty="0"/>
          </a:p>
        </p:txBody>
      </p:sp>
      <p:sp>
        <p:nvSpPr>
          <p:cNvPr id="24" name="Text 12"/>
          <p:cNvSpPr/>
          <p:nvPr/>
        </p:nvSpPr>
        <p:spPr>
          <a:xfrm>
            <a:off x="7461171" y="267747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Server (flexible for other EF Core-supported databases).</a:t>
            </a:r>
            <a:endParaRPr lang="en-US" sz="850" dirty="0"/>
          </a:p>
        </p:txBody>
      </p:sp>
      <p:sp>
        <p:nvSpPr>
          <p:cNvPr id="25" name="Text 13"/>
          <p:cNvSpPr/>
          <p:nvPr/>
        </p:nvSpPr>
        <p:spPr>
          <a:xfrm>
            <a:off x="7461171" y="289857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 Architecture, Dependency Injection.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290" y="478036"/>
            <a:ext cx="7533323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 &amp; 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290" y="1368743"/>
            <a:ext cx="1341381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commitment to continuous improvement means exciting features are on the horizon for the Digital Library System.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290" y="1842373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579" y="2200870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77208" y="2016085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77208" y="2391847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monthly subscription tiers for unlimited book access.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290" y="305895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579" y="3417451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77208" y="3232666"/>
            <a:ext cx="2257187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Recommendations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77208" y="3608427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intelligent book suggestions based on user reading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290" y="4275534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579" y="4634032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77208" y="4449247"/>
            <a:ext cx="25967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Multi-Language Support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77208" y="4825008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accessibility to a global audience with multiple language options.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290" y="5492115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579" y="5850612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77208" y="5665827"/>
            <a:ext cx="2346246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Institutional Packages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77208" y="6041588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specialized plans tailored for schools and universities.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290" y="6708696"/>
            <a:ext cx="695206" cy="1042868"/>
          </a:xfrm>
          <a:prstGeom prst="roundRect">
            <a:avLst>
              <a:gd name="adj" fmla="val 3600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579" y="7067193"/>
            <a:ext cx="26062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77208" y="6882408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Testing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77208" y="7258169"/>
            <a:ext cx="1254490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code quality with comprehensive Unit &amp; Integration Tests.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49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133951" y="4080748"/>
            <a:ext cx="127026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successfully established a robust foundation for a modern digital library, leveraging cutting-edge technologies and a resilient Clean Architecture. This project stands as a testament to building professionally organized, full-stack web applications that are both scalable and maintainable for long-term success.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25597"/>
            <a:ext cx="30480" cy="1599009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All!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2025-09-09T21:47:06Z</dcterms:created>
  <dcterms:modified xsi:type="dcterms:W3CDTF">2025-09-09T21:47:06Z</dcterms:modified>
</cp:coreProperties>
</file>